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40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session: by the end, everyone knows how we will test AI components,
what makes the results trustworthy, and which materials to start preparing.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we move from "it worked when I tried it" to measurable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scenario is the contract between two kinds of knowledge: the business side
(task, samples, expectations) and the delivery side (running and grading).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Levels 1 and 2 are deterministic: fast, free and reproducible, so they carry most
of the load. The AI judge runs in a separate context so it does not grade its own work.
We only trust the judge after checking it agrees with a human on a few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steps are driven by asking the agent in plain language: create the scenario,
run it, summarise the results. Business effort is concentrated in "Prepare" and "Report".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Non-determinism is handled by design: one run is never treated as evidence.
The with/without comparison answers "would the model have coped anyway?".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of a sample input: an invoice, a customer card, a specification.
The good output becomes the expected structure; the context becomes the
quality criteria the AI judge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framework is ready; the next step is to prove it on real cases.
Ask: who has a candidate use case and can name a business owner?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2900" y="1173361"/>
            <a:ext cx="6064448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kern="0" spc="-12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AI Components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3502223"/>
            <a:ext cx="5378363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6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scenarios: how we prove a shipped AI component really works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4297561"/>
            <a:ext cx="152727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b="1" kern="0" spc="3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IGOR KOCHUEV</a:t>
            </a:r>
            <a:endParaRPr lang="en-US" sz="975" dirty="0"/>
          </a:p>
        </p:txBody>
      </p:sp>
      <p:pic>
        <p:nvPicPr>
          <p:cNvPr id="6" name="Image 0" descr="Rendered as an image because of CSS 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36" y="555278"/>
            <a:ext cx="920055" cy="3237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42900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2" y="589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Rendered as an image because of CSS background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Text 1"/>
          <p:cNvSpPr txBox="1"/>
          <p:nvPr/>
        </p:nvSpPr>
        <p:spPr>
          <a:xfrm>
            <a:off x="342900" y="286643"/>
            <a:ext cx="3967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13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542925"/>
            <a:ext cx="258960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We Are Closing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000192"/>
            <a:ext cx="40195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4500" kern="0" spc="-67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good demo is not proof</a:t>
            </a:r>
            <a:endParaRPr lang="en-US" sz="4500" dirty="0"/>
          </a:p>
        </p:txBody>
      </p:sp>
      <p:sp>
        <p:nvSpPr>
          <p:cNvPr id="7" name="Text 4"/>
          <p:cNvSpPr txBox="1"/>
          <p:nvPr/>
        </p:nvSpPr>
        <p:spPr>
          <a:xfrm>
            <a:off x="5161389" y="1485900"/>
            <a:ext cx="2971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44269" y="1485900"/>
            <a:ext cx="3339554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 already assemble and ship AI components (agents, skills, tools) for business tasks.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61389" y="2131516"/>
            <a:ext cx="2971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4269" y="2131516"/>
            <a:ext cx="333955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AI is non-deterministic: the same input can give a different result on the next run.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161389" y="2571452"/>
            <a:ext cx="2971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44269" y="2571452"/>
            <a:ext cx="337772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missing is repeatable evidence that a shipped component actually works.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161389" y="3011388"/>
            <a:ext cx="2971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344269" y="3011388"/>
            <a:ext cx="3361637" cy="196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scenario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"unit test for AI": </a:t>
            </a:r>
          </a:p>
          <a:p>
            <a:pPr marL="171450" indent="-171450" algn="l">
              <a:lnSpc>
                <a:spcPts val="162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frozen input</a:t>
            </a:r>
          </a:p>
          <a:p>
            <a:pPr marL="171450" indent="-171450" algn="l">
              <a:lnSpc>
                <a:spcPts val="162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isolated run</a:t>
            </a:r>
          </a:p>
          <a:p>
            <a:pPr marL="171450" indent="-171450" algn="l">
              <a:lnSpc>
                <a:spcPts val="162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automatic check of the result</a:t>
            </a:r>
          </a:p>
          <a:p>
            <a:pPr marL="171450" indent="-171450" algn="l">
              <a:lnSpc>
                <a:spcPts val="162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several times.</a:t>
            </a:r>
            <a:endParaRPr lang="en-US" sz="1200" dirty="0"/>
          </a:p>
        </p:txBody>
      </p:sp>
      <p:pic>
        <p:nvPicPr>
          <p:cNvPr id="15" name="Image 1" descr="Rendered as an image because of CSS 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4829175"/>
            <a:ext cx="405705" cy="14272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98135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  <p:sp>
        <p:nvSpPr>
          <p:cNvPr id="17" name="Text 13"/>
          <p:cNvSpPr txBox="1"/>
          <p:nvPr/>
        </p:nvSpPr>
        <p:spPr>
          <a:xfrm>
            <a:off x="8759130" y="4833938"/>
            <a:ext cx="16088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00" dirty="0"/>
          </a:p>
        </p:txBody>
      </p:sp>
      <p:pic>
        <p:nvPicPr>
          <p:cNvPr id="19" name="Graphic 18" descr="Clipboard Partially Checked outline">
            <a:extLst>
              <a:ext uri="{FF2B5EF4-FFF2-40B4-BE49-F238E27FC236}">
                <a16:creationId xmlns:a16="http://schemas.microsoft.com/office/drawing/2014/main" id="{E4065850-23B5-AF06-E1F2-907B633C8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1528" y="1435349"/>
            <a:ext cx="518279" cy="518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2900" y="286643"/>
            <a:ext cx="8006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13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542925"/>
            <a:ext cx="4841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Test Scenario Has the Same Three Parts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1023527"/>
            <a:ext cx="487724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shape the major AI evaluation frameworks converge 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" y="1375059"/>
            <a:ext cx="2717750" cy="1252091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4825" y="1559457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Rendered as an image because of CSS clip-p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559457"/>
            <a:ext cx="266700" cy="2667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4825" y="1902357"/>
            <a:ext cx="4508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4825" y="2145245"/>
            <a:ext cx="24129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realistic sample case, frozen, so results never drift because the data changed.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13050" y="1375059"/>
            <a:ext cx="2717750" cy="1252091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74975" y="1559457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Rendered as an image because of CSS clip-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975" y="1559457"/>
            <a:ext cx="266700" cy="2667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74975" y="1902357"/>
            <a:ext cx="11324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374975" y="2145245"/>
            <a:ext cx="2454756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good answer looks like: its structure, plus quality criteria in plain language.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83201" y="1375059"/>
            <a:ext cx="2717899" cy="1252091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45126" y="1559457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Rendered as an image because of CSS clip-pat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126" y="1559457"/>
            <a:ext cx="266700" cy="2667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45126" y="1902357"/>
            <a:ext cx="56212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Grader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245126" y="2145245"/>
            <a:ext cx="2413099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checks of the result and of how the component got there.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42900" y="4214813"/>
            <a:ext cx="8458200" cy="14288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342900" y="4319588"/>
            <a:ext cx="75286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owns the task and what "good" means. Delivery owns how it is run and graded.</a:t>
            </a:r>
            <a:endParaRPr lang="en-US" sz="1350" dirty="0"/>
          </a:p>
        </p:txBody>
      </p:sp>
      <p:pic>
        <p:nvPicPr>
          <p:cNvPr id="23" name="Image 3" descr="Rendered as an image because of CSS 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9175"/>
            <a:ext cx="405705" cy="14272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98135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  <p:sp>
        <p:nvSpPr>
          <p:cNvPr id="25" name="Text 19"/>
          <p:cNvSpPr txBox="1"/>
          <p:nvPr/>
        </p:nvSpPr>
        <p:spPr>
          <a:xfrm>
            <a:off x="8758535" y="4833938"/>
            <a:ext cx="1614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2900" y="286643"/>
            <a:ext cx="6591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13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GRADING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542925"/>
            <a:ext cx="251326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Judge a Result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995819"/>
            <a:ext cx="5473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Cheap, reliable checks first. AI judgement only where code cannot decide.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" y="1347351"/>
            <a:ext cx="2000250" cy="1412081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4825" y="1531749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Rendered as an image because of CSS clip-p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531749"/>
            <a:ext cx="266700" cy="2667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4825" y="1874649"/>
            <a:ext cx="115832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Output check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4825" y="2117537"/>
            <a:ext cx="16954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result there, in the right structure, for the right case?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95550" y="1347351"/>
            <a:ext cx="2000250" cy="1412081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57475" y="1531749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Rendered as an image because of CSS clip-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75" y="1531749"/>
            <a:ext cx="266700" cy="2667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57475" y="1874649"/>
            <a:ext cx="126087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Process check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657475" y="2117537"/>
            <a:ext cx="16954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it use the right tools and steps, and nothing forbidden?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48200" y="1347351"/>
            <a:ext cx="2000250" cy="1412081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10125" y="1531749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Rendered as an image because of CSS clip-pat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125" y="1531749"/>
            <a:ext cx="266700" cy="2667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10125" y="1874649"/>
            <a:ext cx="12047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Quality check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810125" y="2117537"/>
            <a:ext cx="1695450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grounded, defensible and relevant? Scored 1 to 5 by an independent AI judge.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800850" y="1347351"/>
            <a:ext cx="2000250" cy="1412081"/>
          </a:xfrm>
          <a:prstGeom prst="rect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962775" y="1531749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Rendered as an image because of CSS clip-pat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775" y="1531749"/>
            <a:ext cx="266700" cy="2667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62775" y="1874649"/>
            <a:ext cx="104581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review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962775" y="2117537"/>
            <a:ext cx="1695450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calibrate the AI judge and sign off the results that matter.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42900" y="4214813"/>
            <a:ext cx="8458200" cy="14288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342900" y="4319588"/>
            <a:ext cx="81932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run passes only when every level passes. Mixed results on the same input are flagged as flaky.</a:t>
            </a:r>
            <a:endParaRPr lang="en-US" sz="1350" dirty="0"/>
          </a:p>
        </p:txBody>
      </p:sp>
      <p:pic>
        <p:nvPicPr>
          <p:cNvPr id="28" name="Image 4" descr="Rendered as an image because of CSS 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4829175"/>
            <a:ext cx="405705" cy="14272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698135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  <p:sp>
        <p:nvSpPr>
          <p:cNvPr id="30" name="Text 23"/>
          <p:cNvSpPr txBox="1"/>
          <p:nvPr/>
        </p:nvSpPr>
        <p:spPr>
          <a:xfrm>
            <a:off x="8756452" y="4833938"/>
            <a:ext cx="16356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2900" y="286643"/>
            <a:ext cx="9480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13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JOURNEY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542925"/>
            <a:ext cx="41988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New Component to a Tested One</a:t>
            </a:r>
            <a:endParaRPr lang="en-US" sz="1650" dirty="0"/>
          </a:p>
        </p:txBody>
      </p:sp>
      <p:pic>
        <p:nvPicPr>
          <p:cNvPr id="5" name="Image 0" descr="Rendered as an image because of CSS background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21" y="1866902"/>
            <a:ext cx="514350" cy="5143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1376" y="2009777"/>
            <a:ext cx="3248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2909" y="2457452"/>
            <a:ext cx="56182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2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414771" y="2652715"/>
            <a:ext cx="12382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input, good output and context</a:t>
            </a:r>
            <a:endParaRPr lang="en-US" sz="900" dirty="0"/>
          </a:p>
        </p:txBody>
      </p:sp>
      <p:pic>
        <p:nvPicPr>
          <p:cNvPr id="9" name="Image 1" descr="Rendered as an image because of CSS background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421" y="1866902"/>
            <a:ext cx="514350" cy="5143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62175" y="2009777"/>
            <a:ext cx="3628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2238213" y="2457452"/>
            <a:ext cx="4107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2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1812490" y="2652715"/>
            <a:ext cx="1262211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created from the template</a:t>
            </a:r>
            <a:endParaRPr lang="en-US" sz="900" dirty="0"/>
          </a:p>
        </p:txBody>
      </p:sp>
      <p:pic>
        <p:nvPicPr>
          <p:cNvPr id="13" name="Image 2" descr="Rendered as an image because of CSS background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121" y="1866902"/>
            <a:ext cx="514350" cy="5143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70386" y="2009777"/>
            <a:ext cx="36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534357" y="2457452"/>
            <a:ext cx="6378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2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RUN</a:t>
            </a:r>
            <a:endParaRPr lang="en-US" sz="750" dirty="0"/>
          </a:p>
        </p:txBody>
      </p:sp>
      <p:sp>
        <p:nvSpPr>
          <p:cNvPr id="16" name="Text 11"/>
          <p:cNvSpPr txBox="1"/>
          <p:nvPr/>
        </p:nvSpPr>
        <p:spPr>
          <a:xfrm>
            <a:off x="3286707" y="2652715"/>
            <a:ext cx="11331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it work at all?</a:t>
            </a:r>
            <a:endParaRPr lang="en-US" sz="900" dirty="0"/>
          </a:p>
        </p:txBody>
      </p:sp>
      <p:pic>
        <p:nvPicPr>
          <p:cNvPr id="17" name="Image 3" descr="Rendered as an image because of CSS background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21" y="1866902"/>
            <a:ext cx="514350" cy="5143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77110" y="2009777"/>
            <a:ext cx="3716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019513" y="2457452"/>
            <a:ext cx="4868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2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</a:t>
            </a:r>
            <a:endParaRPr lang="en-US" sz="750" dirty="0"/>
          </a:p>
        </p:txBody>
      </p:sp>
      <p:sp>
        <p:nvSpPr>
          <p:cNvPr id="20" name="Text 14"/>
          <p:cNvSpPr txBox="1"/>
          <p:nvPr/>
        </p:nvSpPr>
        <p:spPr>
          <a:xfrm>
            <a:off x="4643871" y="2652715"/>
            <a:ext cx="12382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 golden run as the baseline</a:t>
            </a:r>
            <a:endParaRPr lang="en-US" sz="900" dirty="0"/>
          </a:p>
        </p:txBody>
      </p:sp>
      <p:pic>
        <p:nvPicPr>
          <p:cNvPr id="21" name="Image 4" descr="Rendered as an image because of CSS background-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521" y="1866902"/>
            <a:ext cx="514350" cy="51435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92019" y="2009777"/>
            <a:ext cx="3613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371170" y="2457452"/>
            <a:ext cx="6030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2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750" dirty="0"/>
          </a:p>
        </p:txBody>
      </p:sp>
      <p:sp>
        <p:nvSpPr>
          <p:cNvPr id="24" name="Text 17"/>
          <p:cNvSpPr txBox="1"/>
          <p:nvPr/>
        </p:nvSpPr>
        <p:spPr>
          <a:xfrm>
            <a:off x="6053571" y="2652715"/>
            <a:ext cx="12382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runs give a pass rate</a:t>
            </a:r>
            <a:endParaRPr lang="en-US" sz="900" dirty="0"/>
          </a:p>
        </p:txBody>
      </p:sp>
      <p:pic>
        <p:nvPicPr>
          <p:cNvPr id="25" name="Image 5" descr="Rendered as an image because of CSS background-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221" y="1866902"/>
            <a:ext cx="514350" cy="51435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899040" y="2009777"/>
            <a:ext cx="3665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825816" y="2457452"/>
            <a:ext cx="5131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22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750" dirty="0"/>
          </a:p>
        </p:txBody>
      </p:sp>
      <p:sp>
        <p:nvSpPr>
          <p:cNvPr id="28" name="Text 20"/>
          <p:cNvSpPr txBox="1"/>
          <p:nvPr/>
        </p:nvSpPr>
        <p:spPr>
          <a:xfrm>
            <a:off x="7463271" y="2652715"/>
            <a:ext cx="12382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sign-off and a readable summary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42900" y="4214813"/>
            <a:ext cx="8458200" cy="14288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342900" y="4319588"/>
            <a:ext cx="69203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a golden run is saved, re-checks cost nothing and can run on every change.</a:t>
            </a:r>
            <a:endParaRPr lang="en-US" sz="1350" dirty="0"/>
          </a:p>
        </p:txBody>
      </p:sp>
      <p:pic>
        <p:nvPicPr>
          <p:cNvPr id="31" name="Image 6" descr="Rendered as an image because of CSS 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4829175"/>
            <a:ext cx="405705" cy="14272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698135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  <p:sp>
        <p:nvSpPr>
          <p:cNvPr id="33" name="Text 24"/>
          <p:cNvSpPr txBox="1"/>
          <p:nvPr/>
        </p:nvSpPr>
        <p:spPr>
          <a:xfrm>
            <a:off x="8760470" y="4833938"/>
            <a:ext cx="15954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2900" y="286643"/>
            <a:ext cx="5069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13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542925"/>
            <a:ext cx="33889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Results Can Be Trusted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905768"/>
            <a:ext cx="66817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run ends in a clear verdict: Passing or Failing, with pass rate, quality scores and cost.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" y="1257300"/>
            <a:ext cx="4152900" cy="123304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5300" y="1432173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Rendered as an image because of CSS clip-p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32173"/>
            <a:ext cx="266700" cy="2667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95300" y="1775073"/>
            <a:ext cx="63281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95300" y="2017961"/>
            <a:ext cx="3905554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run starts in a clean room with only the component and the input. No personal settings leak in.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48200" y="1257300"/>
            <a:ext cx="4152900" cy="123304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00600" y="1432173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Rendered as an image because of CSS clip-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32173"/>
            <a:ext cx="266700" cy="2667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00600" y="1775073"/>
            <a:ext cx="7329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2017961"/>
            <a:ext cx="38671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runs, not one. A pass rate against a threshold shows how stable the component is.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42900" y="2642741"/>
            <a:ext cx="4152900" cy="123304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95300" y="2817614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Rendered as an image because of CSS clip-pat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2817614"/>
            <a:ext cx="266700" cy="2667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5300" y="3160514"/>
            <a:ext cx="107483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version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95300" y="3403402"/>
            <a:ext cx="38671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test an exact copy of the component and get an alert when the original changes.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48200" y="2642741"/>
            <a:ext cx="4152900" cy="123304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00600" y="2817614"/>
            <a:ext cx="266700" cy="266700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Rendered as an image because of CSS clip-pat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817614"/>
            <a:ext cx="266700" cy="2667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800600" y="3160514"/>
            <a:ext cx="95741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value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800600" y="3403402"/>
            <a:ext cx="386715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task with and without the component shows that it is the component that does the job.</a:t>
            </a:r>
            <a:endParaRPr lang="en-US" sz="900" dirty="0"/>
          </a:p>
        </p:txBody>
      </p:sp>
      <p:pic>
        <p:nvPicPr>
          <p:cNvPr id="26" name="Image 4" descr="Rendered as an image because of CSS 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4829175"/>
            <a:ext cx="405705" cy="14272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698135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  <p:sp>
        <p:nvSpPr>
          <p:cNvPr id="28" name="Text 21"/>
          <p:cNvSpPr txBox="1"/>
          <p:nvPr/>
        </p:nvSpPr>
        <p:spPr>
          <a:xfrm>
            <a:off x="8758386" y="4833938"/>
            <a:ext cx="16162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2900" y="286643"/>
            <a:ext cx="7877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13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PART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542925"/>
            <a:ext cx="264050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Need From You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342900" y="905768"/>
            <a:ext cx="74116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things from the business side per scenario. Real, representative cases matter more than volume.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" y="1565821"/>
            <a:ext cx="1924050" cy="9525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38150" y="1323975"/>
            <a:ext cx="64755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66950" y="1565821"/>
            <a:ext cx="5745956" cy="9525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362200" y="1323975"/>
            <a:ext cx="72092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2906" y="1565821"/>
            <a:ext cx="788194" cy="9525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108156" y="1323975"/>
            <a:ext cx="54724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" y="1869579"/>
            <a:ext cx="1924050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8150" y="1637258"/>
            <a:ext cx="9670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input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66950" y="1869579"/>
            <a:ext cx="5745956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362200" y="1637258"/>
            <a:ext cx="431452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realistic case the component works on, anonymised if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2906" y="1869579"/>
            <a:ext cx="788194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108156" y="1637258"/>
            <a:ext cx="6804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2900" y="1879104"/>
            <a:ext cx="8458200" cy="303758"/>
          </a:xfrm>
          <a:prstGeom prst="rect">
            <a:avLst/>
          </a:prstGeom>
          <a:solidFill>
            <a:srgbClr val="FB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2900" y="2173337"/>
            <a:ext cx="1924050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150" y="1941016"/>
            <a:ext cx="17712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of a good output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66950" y="2173337"/>
            <a:ext cx="5745956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362200" y="1941016"/>
            <a:ext cx="335369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correct, useful result looks like for that case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12906" y="2173337"/>
            <a:ext cx="788194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108156" y="1941016"/>
            <a:ext cx="6804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2900" y="2477095"/>
            <a:ext cx="1924050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38150" y="2244775"/>
            <a:ext cx="126548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and rules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66950" y="2477095"/>
            <a:ext cx="5745956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362200" y="2244775"/>
            <a:ext cx="54408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Purpose, business rules and policies, guardrails, what makes an answer good or bad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2906" y="2477095"/>
            <a:ext cx="788194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108156" y="2244775"/>
            <a:ext cx="6804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" y="2486620"/>
            <a:ext cx="8458200" cy="303758"/>
          </a:xfrm>
          <a:prstGeom prst="rect">
            <a:avLst/>
          </a:prstGeom>
          <a:solidFill>
            <a:srgbClr val="FB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42900" y="2780854"/>
            <a:ext cx="1924050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38150" y="2548533"/>
            <a:ext cx="114999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owner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66950" y="2780854"/>
            <a:ext cx="5745956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2362200" y="2548533"/>
            <a:ext cx="450428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 who signs off the scenario and scores a few sample outputs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12906" y="2780854"/>
            <a:ext cx="788194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108156" y="2548533"/>
            <a:ext cx="6804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" y="3084612"/>
            <a:ext cx="1924050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38150" y="2852291"/>
            <a:ext cx="1574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under test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266950" y="3084612"/>
            <a:ext cx="5745956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2362200" y="2852291"/>
            <a:ext cx="23269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agent, skill or tool being tested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12906" y="3084612"/>
            <a:ext cx="788194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8108156" y="2852291"/>
            <a:ext cx="6302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050" dirty="0"/>
          </a:p>
        </p:txBody>
      </p:sp>
      <p:pic>
        <p:nvPicPr>
          <p:cNvPr id="44" name="Image 0" descr="Rendered as an image because of CSS 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829175"/>
            <a:ext cx="405705" cy="142726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7698135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  <p:sp>
        <p:nvSpPr>
          <p:cNvPr id="46" name="Text 43"/>
          <p:cNvSpPr txBox="1"/>
          <p:nvPr/>
        </p:nvSpPr>
        <p:spPr>
          <a:xfrm>
            <a:off x="8762554" y="4833938"/>
            <a:ext cx="15746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2900" y="286643"/>
            <a:ext cx="847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13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542925"/>
            <a:ext cx="279811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Pilot It on Real Cases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42900" y="2095500"/>
            <a:ext cx="8458200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72443" y="1407170"/>
            <a:ext cx="4324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5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0525" y="1639491"/>
            <a:ext cx="159633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4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</a:t>
            </a:r>
            <a:r>
              <a:rPr lang="ru-RU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pilot use cases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560588" y="2252663"/>
            <a:ext cx="6393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5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82105" y="2484983"/>
            <a:ext cx="159633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4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input, good output and context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025801" y="1407170"/>
            <a:ext cx="10921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5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run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73686" y="1639491"/>
            <a:ext cx="159647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4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the scenario and run it together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37796" y="2252663"/>
            <a:ext cx="6515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5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55369" y="2484983"/>
            <a:ext cx="161642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4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rate, quality and human sign-off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692330" y="1407170"/>
            <a:ext cx="5258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55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49778" y="1639491"/>
            <a:ext cx="161091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4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the template for every new component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2900" y="4214813"/>
            <a:ext cx="8458200" cy="14288"/>
          </a:xfrm>
          <a:prstGeom prst="rect">
            <a:avLst/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42900" y="4319588"/>
            <a:ext cx="75659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work hands-on with each team. Bring a real case and we build its first scenario together.</a:t>
            </a:r>
            <a:endParaRPr lang="en-US" sz="1350" dirty="0"/>
          </a:p>
        </p:txBody>
      </p:sp>
      <p:pic>
        <p:nvPicPr>
          <p:cNvPr id="18" name="Image 0" descr="Rendered as an image because of CSS 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829175"/>
            <a:ext cx="405705" cy="14272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698135" y="4847183"/>
            <a:ext cx="999976" cy="66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EPAM Proprietary &amp; Confidential.</a:t>
            </a:r>
            <a:endParaRPr lang="en-US" sz="450" dirty="0"/>
          </a:p>
        </p:txBody>
      </p:sp>
      <p:sp>
        <p:nvSpPr>
          <p:cNvPr id="20" name="Text 17"/>
          <p:cNvSpPr txBox="1"/>
          <p:nvPr/>
        </p:nvSpPr>
        <p:spPr>
          <a:xfrm>
            <a:off x="8758535" y="4833938"/>
            <a:ext cx="1614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1136303" y="2043113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827883" y="2043113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19464" y="2043113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211193" y="2043113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902773" y="2043113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3055D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1006</Words>
  <Application>Microsoft Office PowerPoint</Application>
  <PresentationFormat>On-screen Show (16:9)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AI Components with Test Scenarios</dc:title>
  <dc:subject>How the SAP AI Factory tests AI components with test scenarios:
what a scenario is, how results are graded, the end-to-end journey,
and what materials teams need to prepare.
</dc:subject>
  <dc:creator>PptxGenJS</dc:creator>
  <cp:lastModifiedBy>Igor Kochuev</cp:lastModifiedBy>
  <cp:revision>2</cp:revision>
  <dcterms:created xsi:type="dcterms:W3CDTF">2026-10-06T18:44:48Z</dcterms:created>
  <dcterms:modified xsi:type="dcterms:W3CDTF">2026-10-06T22:59:49Z</dcterms:modified>
</cp:coreProperties>
</file>